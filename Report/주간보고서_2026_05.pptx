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12880" cy="63093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54864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54864" cy="5486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274320"/>
            <a:ext cx="54864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0" y="274320"/>
            <a:ext cx="54864" cy="5486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035040"/>
            <a:ext cx="54864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6035040"/>
            <a:ext cx="54864" cy="5486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0" y="6035040"/>
            <a:ext cx="54864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8560" y="6035040"/>
            <a:ext cx="54864" cy="5486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188720"/>
            <a:ext cx="2926080" cy="1097280"/>
          </a:xfrm>
          <a:prstGeom prst="rect">
            <a:avLst/>
          </a:prstGeom>
          <a:solidFill>
            <a:srgbClr val="0F1F35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2801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C7"/>
                </a:solidFill>
              </a:rPr>
              <a:t>TEAM </a:t>
            </a:r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</a:rPr>
              <a:t>[트리거]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9C7"/>
                </a:solidFill>
              </a:rPr>
              <a:t>ENGINE </a:t>
            </a:r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</a:rPr>
              <a:t>[Unity 6]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9C7"/>
                </a:solidFill>
              </a:rPr>
              <a:t>DATE </a:t>
            </a:r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</a:rPr>
              <a:t>[2026.05]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MLAgents 강화학습 기반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탑뷰 좀비 생존 게임 개발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주간 보고서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4114800" y="5212080"/>
            <a:ext cx="393192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8F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DEVELOPMENT REPORT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0" y="548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3D6E"/>
                </a:solidFill>
              </a:rPr>
              <a:t>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0" y="548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D6E"/>
                </a:solidFill>
              </a:rPr>
              <a:t>REC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5760"/>
            <a:ext cx="109728" cy="8229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GAMEPLAY DEMO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플레이 영상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0" y="365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D9FF"/>
                </a:solidFill>
              </a:rPr>
              <a:t>02</a:t>
            </a:r>
            <a:pPr algn="r" indent="0" marL="0">
              <a:buNone/>
            </a:pPr>
            <a:r>
              <a:rPr lang="en-US" sz="1600" dirty="0">
                <a:solidFill>
                  <a:srgbClr val="8FA9C7"/>
                </a:solidFill>
              </a:rPr>
              <a:t> / 09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365760" y="1554480"/>
            <a:ext cx="11430000" cy="457200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554480"/>
            <a:ext cx="54864" cy="4572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508760"/>
            <a:ext cx="1143000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WEEKLY GAMEPLAY VIDEO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205740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플레이 영상 삽입 ]
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ctr" indent="0" marL="0">
              <a:buNone/>
            </a:pPr>
            <a:r>
              <a:rPr lang="en-US" sz="1200" i="1" dirty="0">
                <a:solidFill>
                  <a:srgbClr val="8F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메뉴 → 삽입 → 비디오 → 이 파일에서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TEAM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[트리거]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   |   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ENGINE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[Unity 6]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   |   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DATE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[2026.05]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5760"/>
            <a:ext cx="109728" cy="8229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0" y="365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D9FF"/>
                </a:solidFill>
              </a:rPr>
              <a:t>03</a:t>
            </a:r>
            <a:pPr algn="r" indent="0" marL="0">
              <a:buNone/>
            </a:pPr>
            <a:r>
              <a:rPr lang="en-US" sz="1600" dirty="0">
                <a:solidFill>
                  <a:srgbClr val="8FA9C7"/>
                </a:solidFill>
              </a:rPr>
              <a:t> / 09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365760" y="1554480"/>
            <a:ext cx="5623560" cy="228600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554480"/>
            <a:ext cx="54864" cy="2286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508760"/>
            <a:ext cx="562356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50876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GENRE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205740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탑뷰 좀비 생존 게임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" y="2560320"/>
            <a:ext cx="5257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자원 수집 / 무기 제작 / 좀비 격퇴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낮·밤 환경에 따른 생존 전략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ML-Agents 기반 적응형 AI 적용 예정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1554480"/>
            <a:ext cx="5623560" cy="228600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1554480"/>
            <a:ext cx="54864" cy="2286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1508760"/>
            <a:ext cx="562356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50876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TEAM &amp; TIMELINE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55080" y="205740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2인 캡스톤 · 2026.03 ~ 11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355080" y="2560320"/>
            <a:ext cx="5257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팀명: 트리거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Engine: Unity 6 (URP)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핵심 기술: NavMesh, ML-Agents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협업: GitHub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23360"/>
            <a:ext cx="11430000" cy="201168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023360"/>
            <a:ext cx="54864" cy="20116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977640"/>
            <a:ext cx="1143000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977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THIS WEEK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맵 전체 교체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Polygon City Pack 기반 도시 환경 구축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좀비 시스템 전면 개편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스포너 / 애니메이션 / 데미지 처리 재설계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DayNightCycle 연동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낮/밤 별 스폰 강도 차등 적용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총기·아이템·UI 통합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AR/권총/샷건 + 핫바·드롭·픽업 한글 UI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 효과 도입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건물 진입 시 자동 천장 제거 + X-Ray 표시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TEAM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[트리거]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   |   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ENGINE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[Unity 6]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   |   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DATE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[2026.05]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5760"/>
            <a:ext cx="109728" cy="8229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 DESIGN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맵 - Polygon City Pack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0" y="365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D9FF"/>
                </a:solidFill>
              </a:rPr>
              <a:t>04</a:t>
            </a:r>
            <a:pPr algn="r" indent="0" marL="0">
              <a:buNone/>
            </a:pPr>
            <a:r>
              <a:rPr lang="en-US" sz="1600" dirty="0">
                <a:solidFill>
                  <a:srgbClr val="8FA9C7"/>
                </a:solidFill>
              </a:rPr>
              <a:t> / 09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365760" y="1554480"/>
            <a:ext cx="5669280" cy="457200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554480"/>
            <a:ext cx="54864" cy="4572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508760"/>
            <a:ext cx="566928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508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COMPONENTS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210312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/ House
</a:t>
            </a:r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건물·집 (인테리어 포함)
</a:t>
            </a:r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/ Stone
</a:t>
            </a:r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자연 장애물 / 엄폐물
</a:t>
            </a:r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Grass
</a:t>
            </a:r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잡초 (콜라이더 제거 → 통과 가능)
</a:t>
            </a:r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
</a:t>
            </a:r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NavMesh 베이크 대상 지면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26480" y="1554480"/>
            <a:ext cx="5669280" cy="457200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554480"/>
            <a:ext cx="54864" cy="4572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508760"/>
            <a:ext cx="566928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1508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FEATURES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210312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Low-Poly Style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가벼운 폴리곤 구조로 다수의 좀비를
</a:t>
            </a:r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 스폰해도 경량 렌더링 유지
</a:t>
            </a:r>
            <a:pPr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Field + Indoor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야외 광장 + 건물 내부 공간 결합
</a:t>
            </a:r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실내/실외 분리 스폰 가능
</a:t>
            </a:r>
            <a:pPr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Day-Night Atmosphere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광원 변화에 따라 다른 분위기
</a:t>
            </a:r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낮: 평화로움 · 밤: 공포감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TEAM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[트리거]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   |   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ENGINE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[Unity 6]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   |   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DATE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[2026.05]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5760"/>
            <a:ext cx="109728" cy="8229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/ NIGHT CYCLE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낮·밤 환경 시스템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0" y="365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D9FF"/>
                </a:solidFill>
              </a:rPr>
              <a:t>05</a:t>
            </a:r>
            <a:pPr algn="r" indent="0" marL="0">
              <a:buNone/>
            </a:pPr>
            <a:r>
              <a:rPr lang="en-US" sz="1600" dirty="0">
                <a:solidFill>
                  <a:srgbClr val="8FA9C7"/>
                </a:solidFill>
              </a:rPr>
              <a:t> / 09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365760" y="1554480"/>
            <a:ext cx="11430000" cy="219456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554480"/>
            <a:ext cx="54864" cy="21945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508760"/>
            <a:ext cx="1143000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4 PHASES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2194560"/>
            <a:ext cx="2628900" cy="1463040"/>
          </a:xfrm>
          <a:prstGeom prst="rect">
            <a:avLst/>
          </a:prstGeom>
          <a:solidFill>
            <a:srgbClr val="0A1628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286000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D700"/>
                </a:solidFill>
              </a:rPr>
              <a:t>☀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0080" y="2788920"/>
            <a:ext cx="2628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0080" y="324612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안전한 탐색 시간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51860" y="2194560"/>
            <a:ext cx="2628900" cy="1463040"/>
          </a:xfrm>
          <a:prstGeom prst="rect">
            <a:avLst/>
          </a:prstGeom>
          <a:solidFill>
            <a:srgbClr val="0A1628"/>
          </a:solidFill>
          <a:ln w="19050">
            <a:solidFill>
              <a:srgbClr val="FF99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1860" y="2286000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9966"/>
                </a:solidFill>
              </a:rPr>
              <a:t>🌇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451860" y="2788920"/>
            <a:ext cx="2628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DUSK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451860" y="324612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 증가 시작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2194560"/>
            <a:ext cx="2628900" cy="14630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286000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9FF"/>
                </a:solidFill>
              </a:rPr>
              <a:t>🌙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263640" y="2788920"/>
            <a:ext cx="2628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263640" y="324612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좀비 폭주 / 생존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75420" y="2194560"/>
            <a:ext cx="2628900" cy="1463040"/>
          </a:xfrm>
          <a:prstGeom prst="rect">
            <a:avLst/>
          </a:prstGeom>
          <a:solidFill>
            <a:srgbClr val="0A1628"/>
          </a:solidFill>
          <a:ln w="19050">
            <a:solidFill>
              <a:srgbClr val="FFB3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75420" y="2286000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B37D"/>
                </a:solidFill>
              </a:rPr>
              <a:t>🌄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075420" y="2788920"/>
            <a:ext cx="2628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DAWN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075420" y="324612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 감소 / 회복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3931920"/>
            <a:ext cx="11430000" cy="219456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931920"/>
            <a:ext cx="54864" cy="21945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886200"/>
            <a:ext cx="1143000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886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SPAWN IMPACT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48640" y="443484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DayNightCycle.Instance.CurrentPhase </a:t>
            </a:r>
            <a:pPr indent="0" marL="0">
              <a:buNone/>
            </a:pPr>
            <a:r>
              <a:rPr lang="en-US" sz="1300" dirty="0">
                <a:solidFill>
                  <a:srgbClr val="8F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ZombieSpawner </a:t>
            </a:r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페이즈별 스폰 간격·버스트 자동 조정
</a:t>
            </a:r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 낮:   </a:t>
            </a:r>
            <a:pPr indent="0" marL="0"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야외 6초마다 3~4마리 / 실내 거의 없음 (탐색 위주)
</a:t>
            </a:r>
            <a:pPr indent="0" marL="0">
              <a:buNone/>
            </a:pPr>
            <a:r>
              <a:rPr lang="en-US" sz="15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밤:   </a:t>
            </a:r>
            <a:pPr indent="0" marL="0"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실내·외 동시 폭주 (2~3초 간격) / 최대 30+ 마리 (생존 모드)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TEAM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[트리거]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   |   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ENGINE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[Unity 6]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   |   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DATE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[2026.05]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5760"/>
            <a:ext cx="109728" cy="8229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ZOMBIE SYSTEM REWORK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좀비 시스템 전면 개편 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0" y="365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D9FF"/>
                </a:solidFill>
              </a:rPr>
              <a:t>06</a:t>
            </a:r>
            <a:pPr algn="r" indent="0" marL="0">
              <a:buNone/>
            </a:pPr>
            <a:r>
              <a:rPr lang="en-US" sz="1600" dirty="0">
                <a:solidFill>
                  <a:srgbClr val="8FA9C7"/>
                </a:solidFill>
              </a:rPr>
              <a:t> / 09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9966960" y="1280160"/>
            <a:ext cx="1463040" cy="320040"/>
          </a:xfrm>
          <a:prstGeom prst="rect">
            <a:avLst/>
          </a:prstGeom>
          <a:solidFill>
            <a:srgbClr val="FF3D6E"/>
          </a:solidFill>
          <a:ln w="12700">
            <a:solidFill>
              <a:srgbClr val="FF3D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0" y="1280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UPDATE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1691640"/>
            <a:ext cx="5577840" cy="214884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1691640"/>
            <a:ext cx="54864" cy="21488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645920"/>
            <a:ext cx="557784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1645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AI BEHAVIOR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219456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배회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플레이어 못 볼 때 8m 반경 랜덤 이동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추적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- 30m 내 감지 시 풀스피드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- 1.8m 내 자동 공격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NavMesh 자가 복구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벗어나도 자동 워프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1691640"/>
            <a:ext cx="5577840" cy="214884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691640"/>
            <a:ext cx="54864" cy="21488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645920"/>
            <a:ext cx="557784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645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SPAWNER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219456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실내 / 실외 분리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건물 안과 야외 별도 관리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낮·밤 차등 강도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시간대별 다른 스폰 패턴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버스트 스폰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한 번에 N마리 동시 출현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랜덤 분산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스폰 지점 주변 위치 흩어짐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4114800"/>
            <a:ext cx="5577840" cy="214884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114800"/>
            <a:ext cx="54864" cy="21488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069080"/>
            <a:ext cx="557784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069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DAMAGE SYSTEM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461772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컴포넌트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자동 추가/연결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총알·근접·폭발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모든 무기 통합 처리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데미지 텍스트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화면에 숫자 표시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Rigidbody 추가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트리거 이벤트 100% 작동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17920" y="4114800"/>
            <a:ext cx="5577840" cy="214884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4114800"/>
            <a:ext cx="54864" cy="21488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4069080"/>
            <a:ext cx="557784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4069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DEATH ANIMATION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0" y="461772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쓰러짐 모션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코루틴 기반 0.6s 회전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땅 속 가라앉기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- 1초 페이드 아웃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콜라이더 해제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시신 충돌 방지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3초 후 자동 소멸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메모리 정리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TEAM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[트리거]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   |   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ENGINE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[Unity 6]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   |   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DATE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[2026.05]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5760"/>
            <a:ext cx="109728" cy="8229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WEAPON SYSTEM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총기류 - AR · 권총 · 샷건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0" y="365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D9FF"/>
                </a:solidFill>
              </a:rPr>
              <a:t>07</a:t>
            </a:r>
            <a:pPr algn="r" indent="0" marL="0">
              <a:buNone/>
            </a:pPr>
            <a:r>
              <a:rPr lang="en-US" sz="1600" dirty="0">
                <a:solidFill>
                  <a:srgbClr val="8FA9C7"/>
                </a:solidFill>
              </a:rPr>
              <a:t> / 09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365760" y="1554480"/>
            <a:ext cx="3688080" cy="457200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554480"/>
            <a:ext cx="54864" cy="4572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508760"/>
            <a:ext cx="368808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508760"/>
            <a:ext cx="332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205740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Assault Rifle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2514600"/>
            <a:ext cx="332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연사 / 중거리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다수 좀비 제압용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3840480"/>
            <a:ext cx="3139440" cy="0"/>
          </a:xfrm>
          <a:prstGeom prst="line">
            <a:avLst/>
          </a:prstGeom>
          <a:noFill/>
          <a:ln w="12700">
            <a:solidFill>
              <a:srgbClr val="0088B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6908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09800" y="406908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" y="457200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09800" y="457200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0080" y="507492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09800" y="507492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236720" y="1554480"/>
            <a:ext cx="3688080" cy="457200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36720" y="1554480"/>
            <a:ext cx="54864" cy="4572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36720" y="1508760"/>
            <a:ext cx="368808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19600" y="1508760"/>
            <a:ext cx="332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PISTOL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419600" y="205740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권총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419600" y="2514600"/>
            <a:ext cx="332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단발 / 정확도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초반 기본 무기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11040" y="3840480"/>
            <a:ext cx="3139440" cy="0"/>
          </a:xfrm>
          <a:prstGeom prst="line">
            <a:avLst/>
          </a:prstGeom>
          <a:noFill/>
          <a:ln w="12700">
            <a:solidFill>
              <a:srgbClr val="0088B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11040" y="406908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80760" y="406908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511040" y="457200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80760" y="457200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정밀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511040" y="507492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080760" y="507492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8107680" y="1554480"/>
            <a:ext cx="3688080" cy="457200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07680" y="1554480"/>
            <a:ext cx="54864" cy="4572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07680" y="1508760"/>
            <a:ext cx="368808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90560" y="1508760"/>
            <a:ext cx="332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SHOTGUN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290560" y="205740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샷건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90560" y="2514600"/>
            <a:ext cx="332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근거리 강력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발사체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382000" y="3840480"/>
            <a:ext cx="3139440" cy="0"/>
          </a:xfrm>
          <a:prstGeom prst="line">
            <a:avLst/>
          </a:prstGeom>
          <a:noFill/>
          <a:ln w="12700">
            <a:solidFill>
              <a:srgbClr val="0088B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82000" y="406908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DMG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951720" y="406908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382000" y="457200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PELLETS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951720" y="457200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8382000" y="507492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951720" y="5074920"/>
            <a:ext cx="1569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TEAM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[트리거]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   |   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ENGINE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[Unity 6]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   |   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DATE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[2026.05]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5760"/>
            <a:ext cx="109728" cy="8229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ITEM &amp; UI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아이템 시스템 · 한글 UI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0" y="365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D9FF"/>
                </a:solidFill>
              </a:rPr>
              <a:t>08</a:t>
            </a:r>
            <a:pPr algn="r" indent="0" marL="0">
              <a:buNone/>
            </a:pPr>
            <a:r>
              <a:rPr lang="en-US" sz="1600" dirty="0">
                <a:solidFill>
                  <a:srgbClr val="8FA9C7"/>
                </a:solidFill>
              </a:rPr>
              <a:t> / 09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365760" y="1554480"/>
            <a:ext cx="5669280" cy="457200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554480"/>
            <a:ext cx="54864" cy="4572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508760"/>
            <a:ext cx="566928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508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PICKUP SYSTEM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210312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근접 시 안내 표시
</a:t>
            </a:r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"F키로 획득" 한글 UI 자동 출현
</a:t>
            </a:r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FaceCamera 자동 회전
</a:t>
            </a:r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플레이어가 어디서 봐도 정면 향함
</a:t>
            </a:r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핫바 가득 시 빨강 경고
</a:t>
            </a:r>
            <a:pPr indent="0" marL="0">
              <a:buNone/>
            </a:pPr>
            <a:r>
              <a:rPr lang="en-US" sz="1300" b="1" dirty="0">
                <a:solidFill>
                  <a:srgbClr val="FF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"핫바 가득 참" 빨강 텍스트 표시
</a:t>
            </a:r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아웃라인 글로우
</a:t>
            </a:r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바닥 아이템 외곽 발광 효과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26480" y="1554480"/>
            <a:ext cx="5669280" cy="457200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554480"/>
            <a:ext cx="54864" cy="4572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508760"/>
            <a:ext cx="566928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1508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HOTBAR UI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210312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5칸 무기 슬롯
</a:t>
            </a:r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무기 최대 5개 동시 소지
</a:t>
            </a:r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1~5 키 빠른 전환
</a:t>
            </a:r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숫자키로 즉시 무기 교체
</a:t>
            </a:r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드롭 슬롯 / 우클릭 버리기
</a:t>
            </a:r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원하는 무기 즉시 폐기
</a:t>
            </a:r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마지막 무기 시 손에서 제거
</a:t>
            </a:r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빈 손 상태 자연스럽게 처리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TEAM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[트리거]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   |   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ENGINE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[Unity 6]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   |   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DATE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[2026.05]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3175">
            <a:solidFill>
              <a:srgbClr val="0088B3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5760"/>
            <a:ext cx="109728" cy="8229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CAMERA &amp; VISUAL FX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 / 시각 효과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0" y="365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D9FF"/>
                </a:solidFill>
              </a:rPr>
              <a:t>09</a:t>
            </a:r>
            <a:pPr algn="r" indent="0" marL="0">
              <a:buNone/>
            </a:pPr>
            <a:r>
              <a:rPr lang="en-US" sz="1600" dirty="0">
                <a:solidFill>
                  <a:srgbClr val="8FA9C7"/>
                </a:solidFill>
              </a:rPr>
              <a:t> / 09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365760" y="1554480"/>
            <a:ext cx="5669280" cy="457200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554480"/>
            <a:ext cx="54864" cy="4572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508760"/>
            <a:ext cx="566928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508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PLAYER X-RAY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2103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벽·나무 너머 캐릭터 표시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48640" y="265176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5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Stencil 기반
</a:t>
            </a:r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자기 자신은 제외 → 무기 가려짐 X
</a:t>
            </a:r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5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무기 자동 감지
</a:t>
            </a:r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0.3초마다 새 렌더러 스캔
</a:t>
            </a:r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5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텍스처 합성
</a:t>
            </a:r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실루엣 X · 실제 캐릭터 모습
</a:t>
            </a:r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5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Shader (URP 호환)
</a:t>
            </a:r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Polygon City 셰이더와 같이 작동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6480" y="1554480"/>
            <a:ext cx="5669280" cy="4572000"/>
          </a:xfrm>
          <a:prstGeom prst="rect">
            <a:avLst/>
          </a:prstGeom>
          <a:solidFill>
            <a:srgbClr val="0F1F35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554480"/>
            <a:ext cx="54864" cy="4572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1508760"/>
            <a:ext cx="5669280" cy="4114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508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BUILDING ENTRY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09360" y="2103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Zomboid 스타일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309360" y="265176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5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트리거 진입 감지
</a:t>
            </a:r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건물 내부 BoxCollider 트리거
</a:t>
            </a:r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5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천장·벽 자동 제거
</a:t>
            </a:r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내부 활동 시 시야 확보
</a:t>
            </a:r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5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이탈 시 자동 복구
</a:t>
            </a:r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원래 외관 복원
</a:t>
            </a:r>
            <a:pPr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5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건물 독립 작동
</a:t>
            </a:r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건물마다 별개 처리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TEAM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[트리거]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   |   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ENGINE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[Unity 6]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   |   </a:t>
            </a:r>
            <a:pPr algn="ctr" indent="0" marL="0">
              <a:buNone/>
            </a:pPr>
            <a:r>
              <a:rPr lang="en-US" sz="1000" dirty="0">
                <a:solidFill>
                  <a:srgbClr val="8FA9C7"/>
                </a:solidFill>
              </a:rPr>
              <a:t>DATE </a:t>
            </a:r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[2026.05]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주간 보고서</dc:title>
  <dc:subject>PptxGenJS Presentation</dc:subject>
  <dc:creator>트리거 팀</dc:creator>
  <cp:lastModifiedBy>트리거 팀</cp:lastModifiedBy>
  <cp:revision>1</cp:revision>
  <dcterms:created xsi:type="dcterms:W3CDTF">2026-05-27T17:35:30Z</dcterms:created>
  <dcterms:modified xsi:type="dcterms:W3CDTF">2026-05-27T17:35:30Z</dcterms:modified>
</cp:coreProperties>
</file>